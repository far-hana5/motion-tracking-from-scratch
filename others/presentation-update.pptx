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fb110c9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fb110c9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bfb110c9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bfb110c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Tracking Moving Objects Location in Videos Using Pure Machine Learning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Detect and track the position of moving objects in multiple videos using only classical machine learning methods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Technologies &amp; Tools: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2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Python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 ML algorithms: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Support Vector Machine (SVM) and 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K-Nearest Neighbors (KNN)</a:t>
            </a:r>
            <a:br>
              <a:rPr lang="en-GB" sz="1400">
                <a:solidFill>
                  <a:schemeClr val="dk1"/>
                </a:solidFill>
              </a:rPr>
            </a:br>
            <a:r>
              <a:rPr b="1" lang="en-GB" sz="1400">
                <a:solidFill>
                  <a:schemeClr val="dk1"/>
                </a:solidFill>
              </a:rPr>
              <a:t>Kalman Filter</a:t>
            </a:r>
            <a:r>
              <a:rPr lang="en-GB" sz="1400">
                <a:solidFill>
                  <a:schemeClr val="dk1"/>
                </a:solidFill>
              </a:rPr>
              <a:t> (for position prediction)</a:t>
            </a:r>
            <a:br>
              <a:rPr lang="en-GB" sz="1400">
                <a:solidFill>
                  <a:schemeClr val="dk1"/>
                </a:solidFill>
              </a:rPr>
            </a:br>
            <a:r>
              <a:rPr b="1" lang="en-GB" sz="1400">
                <a:solidFill>
                  <a:schemeClr val="dk1"/>
                </a:solidFill>
              </a:rPr>
              <a:t>OpenCV</a:t>
            </a:r>
            <a:r>
              <a:rPr lang="en-GB" sz="1400">
                <a:solidFill>
                  <a:schemeClr val="dk1"/>
                </a:solidFill>
              </a:rPr>
              <a:t> (only for frame reading and preprocessing)</a:t>
            </a:r>
            <a:br>
              <a:rPr lang="en-GB" sz="1400">
                <a:solidFill>
                  <a:schemeClr val="dk1"/>
                </a:solidFill>
              </a:rPr>
            </a:br>
            <a:r>
              <a:rPr b="1" lang="en-GB" sz="1400">
                <a:solidFill>
                  <a:schemeClr val="dk1"/>
                </a:solidFill>
              </a:rPr>
              <a:t>CSV</a:t>
            </a:r>
            <a:r>
              <a:rPr lang="en-GB" sz="1400">
                <a:solidFill>
                  <a:schemeClr val="dk1"/>
                </a:solidFill>
              </a:rPr>
              <a:t> for storing tracking data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Pure Machine Learning-Based Object Tracking:Feature Extraction:</a:t>
            </a:r>
            <a:r>
              <a:rPr lang="en-GB" sz="1400">
                <a:solidFill>
                  <a:schemeClr val="dk1"/>
                </a:solidFill>
              </a:rPr>
              <a:t> color, contour, position (X, Y), bounding box size</a:t>
            </a:r>
            <a:br>
              <a:rPr lang="en-GB" sz="1400">
                <a:solidFill>
                  <a:schemeClr val="dk1"/>
                </a:solidFill>
              </a:rPr>
            </a:br>
            <a:r>
              <a:rPr b="1" lang="en-GB" sz="1400">
                <a:solidFill>
                  <a:schemeClr val="dk1"/>
                </a:solidFill>
              </a:rPr>
              <a:t>Object Detection Model:</a:t>
            </a:r>
            <a:r>
              <a:rPr lang="en-GB" sz="1400">
                <a:solidFill>
                  <a:schemeClr val="dk1"/>
                </a:solidFill>
              </a:rPr>
              <a:t>➤ </a:t>
            </a:r>
            <a:r>
              <a:rPr b="1" lang="en-GB" sz="1400">
                <a:solidFill>
                  <a:schemeClr val="dk1"/>
                </a:solidFill>
              </a:rPr>
              <a:t>Support Vector Machine (SVM)</a:t>
            </a:r>
            <a:r>
              <a:rPr lang="en-GB" sz="1400">
                <a:solidFill>
                  <a:schemeClr val="dk1"/>
                </a:solidFill>
              </a:rPr>
              <a:t> or </a:t>
            </a:r>
            <a:r>
              <a:rPr b="1" lang="en-GB" sz="1400">
                <a:solidFill>
                  <a:schemeClr val="dk1"/>
                </a:solidFill>
              </a:rPr>
              <a:t>K-Nearest Neighbors (KNN)</a:t>
            </a:r>
            <a:br>
              <a:rPr b="1" lang="en-GB" sz="1400">
                <a:solidFill>
                  <a:schemeClr val="dk1"/>
                </a:solidFill>
              </a:rPr>
            </a:br>
            <a:r>
              <a:rPr b="1" lang="en-GB" sz="1400">
                <a:solidFill>
                  <a:schemeClr val="dk1"/>
                </a:solidFill>
              </a:rPr>
              <a:t>Motion Prediction Model:</a:t>
            </a:r>
            <a:r>
              <a:rPr lang="en-GB" sz="1400">
                <a:solidFill>
                  <a:schemeClr val="dk1"/>
                </a:solidFill>
              </a:rPr>
              <a:t>➤ </a:t>
            </a:r>
            <a:r>
              <a:rPr b="1" lang="en-GB" sz="1400">
                <a:solidFill>
                  <a:schemeClr val="dk1"/>
                </a:solidFill>
              </a:rPr>
              <a:t>Kalman Filter</a:t>
            </a:r>
            <a:r>
              <a:rPr lang="en-GB" sz="1400">
                <a:solidFill>
                  <a:schemeClr val="dk1"/>
                </a:solidFill>
              </a:rPr>
              <a:t> or </a:t>
            </a:r>
            <a:r>
              <a:rPr b="1" lang="en-GB" sz="1400">
                <a:solidFill>
                  <a:schemeClr val="dk1"/>
                </a:solidFill>
              </a:rPr>
              <a:t>Linear Regression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21475" y="189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Progress So Far:</a:t>
            </a:r>
            <a:endParaRPr sz="30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Frame Extraction: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Extracted frames from 10  videos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Each frame saved with timestamp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Project By: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Farhana Akter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Shuvra Saha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Tasadduk Hossain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